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AVC — cenário do dataset DataCross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Simulação padronizada de 10.000 internações | referência temporal: jan/2025–ago/2026 (20 meses)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10.000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internações simuladas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8,54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15.400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≈ 25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Impacto para quem está internado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Redução potencial de 1.54 dia(s) por internação elegível, considerando a referência de 7.0 dias adotada pelo projeto. O DataCross antecipa a triagem; alta/transferência depende de validação médica.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para quem aguarda vaga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O ganho corresponde a aproximadamente 25 leitos-equivalentes de capacidade média durante o período. Isso pode aumentar a disponibilidade e contribuir para menor espera, mas a base não mede o tempo individual na fila.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Custo potencialmente evitável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R$ 5,40 milhões no cenário de 10,000 internações, Cálculo: dias-leito evitáveis × R$ 350,64/dia observado no recorte,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50992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ORIGEM: arquivo do projeto SIH_SP_Pneumonia_ITU_AVC_Formatado.xlsx. Os 10.000 casos são SIMULAÇÃO DataCross, não volume oficial do SUS.</a:t>
            </a:r>
          </a:p>
          <a:p>
            <a:r>
              <a:rPr sz="880">
                <a:solidFill>
                  <a:srgbClr val="5B6771"/>
                </a:solidFill>
              </a:rPr>
              <a:t>Referência clínica de permanência: parâmetro adotado pelo projeto; dias evitáveis, leitos-equivalentes e economia são cálculos dos autores.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AVC — recorte SIH/SUS utilizado pelo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São Paulo | jan/2025–ago/2026 (20 meses) | aplicação da mesma hipótese do DataCross ao volume observado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19.605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registros/internações no recorte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8,54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30.192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≈ 50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 que é dado do SUS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O volume de 19.605 registros e a permanência média de 8.54 dias vêm do recorte SIH/SUS usado pelo projeto. O SIH/SUS reúne informações de internações enviadas por AIH e processadas pelo DATASUS.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O que é projeção do DataCross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Aplicamos a referência de 7.0 dias do projeto ao volume observado. Isso gera uma estimativa de 30.192 dias-leito evitáveis e ≈ 50 leitos-equivalentes médios no período.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financeiro projetado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R$ 10,59 milhões no período de 20 meses, usando R$ 350,64/dia calculado no próprio recorte SIH/SUS, Não é um valor de economia publicado pelo Ministério da Saúde,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FONTE OFICIAL: Ministério da Saúde — SIH/SUS / DATASUS, Procedimentos Hospitalares do SUS por local de internação (AIH).</a:t>
            </a:r>
          </a:p>
          <a:p>
            <a:r>
              <a:rPr sz="850">
                <a:solidFill>
                  <a:srgbClr val="5B6771"/>
                </a:solidFill>
              </a:rPr>
              <a:t>https://tabnet.datasus.gov.br/cgi/sih/Proced_hosp_loc_int_2008.pdf</a:t>
            </a:r>
          </a:p>
          <a:p>
            <a:r>
              <a:rPr sz="850">
                <a:solidFill>
                  <a:srgbClr val="5B6771"/>
                </a:solidFill>
              </a:rPr>
              <a:t>RECORTE ANALÍTICO: SIH_SP_Pneumonia_ITU_AVC_Formatado.xlsx | jan/2025–ago/2026. Projeções: autores/DataCross.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Infecção do Trato Urinário (ITU) — cenário do dataset DataCross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Simulação padronizada de 10.000 internações | referência temporal: jan/2025–ago/2026 (20 meses)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10.000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internações simuladas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7,53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25.300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≈ 42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Impacto para quem está internado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Redução potencial de 2.53 dia(s) por internação elegível, considerando a referência de 5.0 dias adotada pelo projeto. O DataCross antecipa a triagem; alta/transferência depende de validação médica.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para quem aguarda vaga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O ganho corresponde a aproximadamente 42 leitos-equivalentes de capacidade média durante o período. Isso pode aumentar a disponibilidade e contribuir para menor espera, mas a base não mede o tempo individual na fila.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Custo potencialmente evitável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R$ 2,47 milhões no cenário de 10,000 internações, Cálculo: dias-leito evitáveis × R$ 97,45/dia observado no recorte,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50992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ORIGEM: arquivo do projeto SIH_SP_Pneumonia_ITU_AVC_Formatado.xlsx. Os 10.000 casos são SIMULAÇÃO DataCross, não volume oficial do SUS.</a:t>
            </a:r>
          </a:p>
          <a:p>
            <a:r>
              <a:rPr sz="880">
                <a:solidFill>
                  <a:srgbClr val="5B6771"/>
                </a:solidFill>
              </a:rPr>
              <a:t>Referência clínica de permanência: parâmetro adotado pelo projeto; dias evitáveis, leitos-equivalentes e economia são cálculos dos autores.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Infecção do Trato Urinário (ITU) — recorte SIH/SUS utilizado pelo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São Paulo | jan/2025–ago/2026 (20 meses) | aplicação da mesma hipótese do DataCross ao volume observado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9.889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registros/internações no recorte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7,53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25.019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≈ 41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 que é dado do SUS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O volume de 9.889 registros e a permanência média de 7.53 dias vêm do recorte SIH/SUS usado pelo projeto. O SIH/SUS reúne informações de internações enviadas por AIH e processadas pelo DATASUS.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O que é projeção do DataCross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Aplicamos a referência de 5.0 dias do projeto ao volume observado. Isso gera uma estimativa de 25.019 dias-leito evitáveis e ≈ 41 leitos-equivalentes médios no período.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financeiro projetado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R$ 2,44 milhões no período de 20 meses, usando R$ 97,45/dia calculado no próprio recorte SIH/SUS, Não é um valor de economia publicado pelo Ministério da Saúde,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FONTE OFICIAL: Ministério da Saúde — SIH/SUS / DATASUS, Procedimentos Hospitalares do SUS por local de internação (AIH).</a:t>
            </a:r>
          </a:p>
          <a:p>
            <a:r>
              <a:rPr sz="850">
                <a:solidFill>
                  <a:srgbClr val="5B6771"/>
                </a:solidFill>
              </a:rPr>
              <a:t>https://tabnet.datasus.gov.br/cgi/sih/Proced_hosp_loc_int_2008.pdf</a:t>
            </a:r>
          </a:p>
          <a:p>
            <a:r>
              <a:rPr sz="850">
                <a:solidFill>
                  <a:srgbClr val="5B6771"/>
                </a:solidFill>
              </a:rPr>
              <a:t>RECORTE ANALÍTICO: SIH_SP_Pneumonia_ITU_AVC_Formatado.xlsx | jan/2025–ago/2026. Projeções: autores/DataCross.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Pneumonia — cenário do dataset DataCross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Simulação padronizada de 10.000 internações | referência temporal: jan/2025–ago/2026 (20 meses)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10.000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internações simuladas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9,30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33.000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E17C5B"/>
                </a:solidFill>
              </a:rPr>
              <a:t>≈ 54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Impacto para quem está internado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Redução potencial de 3.30 dia(s) por internação elegível, considerando a referência de 6.0 dias adotada pelo projeto. O DataCross antecipa a triagem; alta/transferência depende de validação médica.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para quem aguarda vaga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O ganho corresponde a aproximadamente 54 leitos-equivalentes de capacidade média durante o período. Isso pode aumentar a disponibilidade e contribuir para menor espera, mas a base não mede o tempo individual na fila.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Custo potencialmente evitável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R$ 6,11 milhões no cenário de 10,000 internações, Cálculo: dias-leito evitáveis × R$ 185,25/dia observado no recorte,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50992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ORIGEM: arquivo do projeto SIH_SP_Pneumonia_ITU_AVC_Formatado.xlsx. Os 10.000 casos são SIMULAÇÃO DataCross, não volume oficial do SUS.</a:t>
            </a:r>
          </a:p>
          <a:p>
            <a:r>
              <a:rPr sz="880">
                <a:solidFill>
                  <a:srgbClr val="5B6771"/>
                </a:solidFill>
              </a:rPr>
              <a:t>Referência clínica de permanência: parâmetro adotado pelo projeto; dias evitáveis, leitos-equivalentes e economia são cálculos dos autores.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4"/>
                </a:solidFill>
                <a:latin typeface="Aptos Display"/>
              </a:rPr>
              <a:t>Pneumonia — recorte SIH/SUS utilizado pelo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5B6771"/>
                </a:solidFill>
                <a:latin typeface="Aptos"/>
              </a:rPr>
              <a:t>São Paulo | jan/2025–ago/2026 (20 meses) | aplicação da mesma hipótese do DataCross ao volume observado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23.888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registros/internações no recorte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9,30 d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permanência média observada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78.830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dias-leito potencialmente evitáveis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9408" y="1353312"/>
            <a:ext cx="2578608" cy="11704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1669B"/>
                </a:solidFill>
              </a:rPr>
              <a:t>≈ 129</a:t>
            </a:r>
          </a:p>
          <a:p>
            <a:pPr algn="ctr"/>
            <a:r>
              <a:rPr sz="980">
                <a:solidFill>
                  <a:srgbClr val="22303D"/>
                </a:solidFill>
              </a:rPr>
              <a:t>leitos-equivalentes médios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2816352"/>
            <a:ext cx="5394960" cy="1645920"/>
          </a:xfrm>
          <a:prstGeom prst="roundRect">
            <a:avLst/>
          </a:prstGeom>
          <a:solidFill>
            <a:srgbClr val="0B1F34"/>
          </a:solidFill>
          <a:ln>
            <a:solidFill>
              <a:srgbClr val="0B1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FFFFFF"/>
                </a:solidFill>
              </a:rPr>
              <a:t>O que é dado do SUS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FFFFFF"/>
                </a:solidFill>
              </a:rPr>
              <a:t>O volume de 23.888 registros e a permanência média de 9.30 dias vêm do recorte SIH/SUS usado pelo projeto. O SIH/SUS reúne informações de internações enviadas por AIH e processadas pelo DATASUS.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16352"/>
            <a:ext cx="5449824" cy="1645920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O que é projeção do DataCross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Aplicamos a referência de 6.0 dias do projeto ao volume observado. Isso gera uma estimativa de 78.830 dias-leito evitáveis e ≈ 129 leitos-equivalentes médios no período.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736592"/>
            <a:ext cx="11091672" cy="713232"/>
          </a:xfrm>
          <a:prstGeom prst="roundRect">
            <a:avLst/>
          </a:prstGeom>
          <a:solidFill>
            <a:srgbClr val="F6F7F8"/>
          </a:solidFill>
          <a:ln>
            <a:solidFill>
              <a:srgbClr val="E0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/>
          <a:lstStyle/>
          <a:p>
            <a:pPr algn="ctr"/>
            <a:r>
              <a:rPr sz="1500" b="1">
                <a:solidFill>
                  <a:srgbClr val="0B1F34"/>
                </a:solidFill>
              </a:rPr>
              <a:t>Impacto financeiro projetado</a:t>
            </a:r>
          </a:p>
          <a:p>
            <a:pPr>
              <a:spcBef>
                <a:spcPts val="700"/>
              </a:spcBef>
            </a:pPr>
            <a:r>
              <a:rPr sz="1120">
                <a:solidFill>
                  <a:srgbClr val="22303D"/>
                </a:solidFill>
              </a:rPr>
              <a:t>≈ R$ 14,60 milhões no período de 20 meses, usando R$ 185,25/dia calculado no próprio recorte SIH/SUS, Não é um valor de economia publicado pelo Ministério da Saúde,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2356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1"/>
                </a:solidFill>
              </a:rPr>
              <a:t>FONTE OFICIAL: Ministério da Saúde — SIH/SUS / DATASUS, Procedimentos Hospitalares do SUS por local de internação (AIH).</a:t>
            </a:r>
          </a:p>
          <a:p>
            <a:r>
              <a:rPr sz="850">
                <a:solidFill>
                  <a:srgbClr val="5B6771"/>
                </a:solidFill>
              </a:rPr>
              <a:t>https://tabnet.datasus.gov.br/cgi/sih/Proced_hosp_loc_int_2008.pdf</a:t>
            </a:r>
          </a:p>
          <a:p>
            <a:r>
              <a:rPr sz="850">
                <a:solidFill>
                  <a:srgbClr val="5B6771"/>
                </a:solidFill>
              </a:rPr>
              <a:t>RECORTE ANALÍTICO: SIH_SP_Pneumonia_ITU_AVC_Formatado.xlsx | jan/2025–ago/2026. Projeções: autores/DataCross.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